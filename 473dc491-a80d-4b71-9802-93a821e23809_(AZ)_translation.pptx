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Source Code Pro" panose="020B0509030403020204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nMugDwdHSxDH78htx5xEI1XoX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c871dbca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c871dbca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c871dbcadf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c871dbcadf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c871dbcadf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c871dbcadf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ca653e97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ca653e977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ca653e977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ca653e977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ca653e977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ca653e977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a653e977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ca653e977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ca653e977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ca653e977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c871dbcadf_0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c871dbcadf_0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c871dbcadf_0_168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c871dbcadf_0_168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gc871dbcadf_0_16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871dbcadf_0_82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c871dbcadf_0_826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•"/>
              <a:defRPr/>
            </a:lvl1pPr>
            <a:lvl2pPr marL="914400" lvl="1" indent="-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Char char="•"/>
              <a:defRPr/>
            </a:lvl2pPr>
            <a:lvl3pPr marL="1371600" lvl="2" indent="-4191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0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gc871dbcadf_0_82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871dbcadf_0_757"/>
          <p:cNvSpPr txBox="1">
            <a:spLocks noGrp="1"/>
          </p:cNvSpPr>
          <p:nvPr>
            <p:ph type="ctrTitle"/>
          </p:nvPr>
        </p:nvSpPr>
        <p:spPr>
          <a:xfrm>
            <a:off x="2286000" y="1683544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c871dbcadf_0_757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gc871dbcadf_0_757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c871dbcadf_0_757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c871dbcadf_0_757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871dbcadf_0_763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c871dbcadf_0_763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gc871dbcadf_0_763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c871dbcadf_0_763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c871dbcadf_0_763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871dbcadf_0_769"/>
          <p:cNvSpPr txBox="1">
            <a:spLocks noGrp="1"/>
          </p:cNvSpPr>
          <p:nvPr>
            <p:ph type="title"/>
          </p:nvPr>
        </p:nvSpPr>
        <p:spPr>
          <a:xfrm>
            <a:off x="1247775" y="2564607"/>
            <a:ext cx="15773400" cy="4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c871dbcadf_0_769"/>
          <p:cNvSpPr txBox="1">
            <a:spLocks noGrp="1"/>
          </p:cNvSpPr>
          <p:nvPr>
            <p:ph type="body" idx="1"/>
          </p:nvPr>
        </p:nvSpPr>
        <p:spPr>
          <a:xfrm>
            <a:off x="1247775" y="6884194"/>
            <a:ext cx="157734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 sz="3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gc871dbcadf_0_769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c871dbcadf_0_769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c871dbcadf_0_769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871dbcadf_0_775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c871dbcadf_0_775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gc871dbcadf_0_775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gc871dbcadf_0_775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c871dbcadf_0_775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c871dbcadf_0_775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871dbcadf_0_782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c871dbcadf_0_782"/>
          <p:cNvSpPr txBox="1">
            <a:spLocks noGrp="1"/>
          </p:cNvSpPr>
          <p:nvPr>
            <p:ph type="body" idx="1"/>
          </p:nvPr>
        </p:nvSpPr>
        <p:spPr>
          <a:xfrm>
            <a:off x="1259682" y="2521745"/>
            <a:ext cx="7736400" cy="12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22" name="Google Shape;122;gc871dbcadf_0_782"/>
          <p:cNvSpPr txBox="1">
            <a:spLocks noGrp="1"/>
          </p:cNvSpPr>
          <p:nvPr>
            <p:ph type="body" idx="2"/>
          </p:nvPr>
        </p:nvSpPr>
        <p:spPr>
          <a:xfrm>
            <a:off x="1259682" y="3757613"/>
            <a:ext cx="7736400" cy="55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gc871dbcadf_0_782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800" cy="12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/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24" name="Google Shape;124;gc871dbcadf_0_782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800" cy="55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gc871dbcadf_0_782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c871dbcadf_0_782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c871dbcadf_0_782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871dbcadf_0_79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c871dbcadf_0_791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c871dbcadf_0_791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c871dbcadf_0_791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871dbcadf_0_796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c871dbcadf_0_796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c871dbcadf_0_796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871dbcadf_0_800"/>
          <p:cNvSpPr txBox="1">
            <a:spLocks noGrp="1"/>
          </p:cNvSpPr>
          <p:nvPr>
            <p:ph type="title"/>
          </p:nvPr>
        </p:nvSpPr>
        <p:spPr>
          <a:xfrm>
            <a:off x="1259682" y="685800"/>
            <a:ext cx="5898600" cy="2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c871dbcadf_0_800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000" cy="7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533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marL="914400" lvl="1" indent="-4953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2pPr>
            <a:lvl3pPr marL="1371600" lvl="2" indent="-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marL="1828800" lvl="3" indent="-4191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marL="2286000" lvl="4" indent="-4191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marL="2743200" lvl="5" indent="-4191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marL="3200400" lvl="6" indent="-4191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marL="3657600" lvl="7" indent="-4191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marL="4114800" lvl="8" indent="-4191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>
            <a:endParaRPr/>
          </a:p>
        </p:txBody>
      </p:sp>
      <p:sp>
        <p:nvSpPr>
          <p:cNvPr id="140" name="Google Shape;140;gc871dbcadf_0_800"/>
          <p:cNvSpPr txBox="1">
            <a:spLocks noGrp="1"/>
          </p:cNvSpPr>
          <p:nvPr>
            <p:ph type="body" idx="2"/>
          </p:nvPr>
        </p:nvSpPr>
        <p:spPr>
          <a:xfrm>
            <a:off x="1259682" y="3086100"/>
            <a:ext cx="5898600" cy="57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1" name="Google Shape;141;gc871dbcadf_0_800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c871dbcadf_0_800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c871dbcadf_0_800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c871dbcadf_0_807"/>
          <p:cNvSpPr txBox="1">
            <a:spLocks noGrp="1"/>
          </p:cNvSpPr>
          <p:nvPr>
            <p:ph type="title"/>
          </p:nvPr>
        </p:nvSpPr>
        <p:spPr>
          <a:xfrm>
            <a:off x="1259682" y="685800"/>
            <a:ext cx="5898600" cy="2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gc871dbcadf_0_807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000" cy="7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7" name="Google Shape;147;gc871dbcadf_0_807"/>
          <p:cNvSpPr txBox="1">
            <a:spLocks noGrp="1"/>
          </p:cNvSpPr>
          <p:nvPr>
            <p:ph type="body" idx="1"/>
          </p:nvPr>
        </p:nvSpPr>
        <p:spPr>
          <a:xfrm>
            <a:off x="1259682" y="3086100"/>
            <a:ext cx="5898600" cy="57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8" name="Google Shape;148;gc871dbcadf_0_807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c871dbcadf_0_807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gc871dbcadf_0_807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871dbcadf_0_81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c871dbcadf_0_814"/>
          <p:cNvSpPr txBox="1">
            <a:spLocks noGrp="1"/>
          </p:cNvSpPr>
          <p:nvPr>
            <p:ph type="body" idx="1"/>
          </p:nvPr>
        </p:nvSpPr>
        <p:spPr>
          <a:xfrm rot="5400000">
            <a:off x="5880600" y="-1884862"/>
            <a:ext cx="6526800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gc871dbcadf_0_814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c871dbcadf_0_814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gc871dbcadf_0_814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c871dbcadf_0_820"/>
          <p:cNvSpPr txBox="1">
            <a:spLocks noGrp="1"/>
          </p:cNvSpPr>
          <p:nvPr>
            <p:ph type="title"/>
          </p:nvPr>
        </p:nvSpPr>
        <p:spPr>
          <a:xfrm rot="5400000">
            <a:off x="10700100" y="2935088"/>
            <a:ext cx="8718000" cy="3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c871dbcadf_0_820"/>
          <p:cNvSpPr txBox="1">
            <a:spLocks noGrp="1"/>
          </p:cNvSpPr>
          <p:nvPr>
            <p:ph type="body" idx="1"/>
          </p:nvPr>
        </p:nvSpPr>
        <p:spPr>
          <a:xfrm rot="5400000">
            <a:off x="2698950" y="-894112"/>
            <a:ext cx="8718000" cy="11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gc871dbcadf_0_820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c871dbcadf_0_820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gc871dbcadf_0_820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871dbcadf_0_75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sz="6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gc871dbcadf_0_751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no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gc871dbcadf_0_751"/>
          <p:cNvSpPr txBox="1">
            <a:spLocks noGrp="1"/>
          </p:cNvSpPr>
          <p:nvPr>
            <p:ph type="dt" idx="10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gc871dbcadf_0_751"/>
          <p:cNvSpPr txBox="1">
            <a:spLocks noGrp="1"/>
          </p:cNvSpPr>
          <p:nvPr>
            <p:ph type="ftr" idx="11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gc871dbcadf_0_751"/>
          <p:cNvSpPr txBox="1">
            <a:spLocks noGrp="1"/>
          </p:cNvSpPr>
          <p:nvPr>
            <p:ph type="sldNum" idx="12"/>
          </p:nvPr>
        </p:nvSpPr>
        <p:spPr>
          <a:xfrm>
            <a:off x="129159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871dbcadf_0_0"/>
          <p:cNvSpPr txBox="1">
            <a:spLocks noGrp="1"/>
          </p:cNvSpPr>
          <p:nvPr>
            <p:ph type="ctrTitle"/>
          </p:nvPr>
        </p:nvSpPr>
        <p:spPr>
          <a:xfrm>
            <a:off x="0" y="3269850"/>
            <a:ext cx="18288000" cy="3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9960" b="1" dirty="0" err="1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Modulun</a:t>
            </a:r>
            <a:r>
              <a:rPr lang="en-US" sz="9960" b="1" dirty="0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-US" sz="9960" b="1" dirty="0" err="1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mövzusu</a:t>
            </a:r>
            <a:endParaRPr sz="9960" b="1" dirty="0">
              <a:solidFill>
                <a:srgbClr val="0000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8" name="Google Shape;168;gc871dbcadf_0_0"/>
          <p:cNvSpPr txBox="1"/>
          <p:nvPr/>
        </p:nvSpPr>
        <p:spPr>
          <a:xfrm>
            <a:off x="4398250" y="7452375"/>
            <a:ext cx="104892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dirty="0">
                <a:solidFill>
                  <a:srgbClr val="C9437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Huseyn Novruz</a:t>
            </a:r>
            <a:endParaRPr sz="5000" b="1" i="0" u="none" strike="noStrike" cap="none" dirty="0">
              <a:solidFill>
                <a:srgbClr val="C9437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c871dbcadf_0_256"/>
          <p:cNvSpPr txBox="1"/>
          <p:nvPr/>
        </p:nvSpPr>
        <p:spPr>
          <a:xfrm>
            <a:off x="1087483" y="904875"/>
            <a:ext cx="16171801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lang="en-US" sz="6399" b="1" i="0" u="none" strike="noStrike" cap="non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Nə öyrəndim?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c871dbcadf_0_256"/>
          <p:cNvSpPr txBox="1"/>
          <p:nvPr/>
        </p:nvSpPr>
        <p:spPr>
          <a:xfrm>
            <a:off x="1087483" y="4131362"/>
            <a:ext cx="9920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c871dbcadf_0_256"/>
          <p:cNvSpPr txBox="1"/>
          <p:nvPr/>
        </p:nvSpPr>
        <p:spPr>
          <a:xfrm>
            <a:off x="1087483" y="2186077"/>
            <a:ext cx="103470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latin typeface="Open Sans"/>
                <a:ea typeface="Open Sans"/>
                <a:cs typeface="Open Sans"/>
                <a:sym typeface="Open Sans"/>
              </a:rPr>
              <a:t>Bu </a:t>
            </a:r>
            <a:r>
              <a:rPr lang="en-US" sz="3000" b="1" dirty="0" err="1">
                <a:latin typeface="Open Sans"/>
                <a:ea typeface="Open Sans"/>
                <a:cs typeface="Open Sans"/>
                <a:sym typeface="Open Sans"/>
              </a:rPr>
              <a:t>modulda</a:t>
            </a:r>
            <a:r>
              <a:rPr lang="en-US" sz="300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b="1" dirty="0" err="1">
                <a:latin typeface="Open Sans"/>
                <a:ea typeface="Open Sans"/>
                <a:cs typeface="Open Sans"/>
                <a:sym typeface="Open Sans"/>
              </a:rPr>
              <a:t>oyredim</a:t>
            </a:r>
            <a:r>
              <a:rPr lang="en-US" sz="3000" b="1" dirty="0">
                <a:latin typeface="Open Sans"/>
                <a:ea typeface="Open Sans"/>
                <a:cs typeface="Open Sans"/>
                <a:sym typeface="Open Sans"/>
              </a:rPr>
              <a:t> ki </a:t>
            </a:r>
            <a:r>
              <a:rPr lang="en-US" sz="3000" b="1" dirty="0" err="1">
                <a:latin typeface="Open Sans"/>
                <a:ea typeface="Open Sans"/>
                <a:cs typeface="Open Sans"/>
                <a:sym typeface="Open Sans"/>
              </a:rPr>
              <a:t>Visul</a:t>
            </a:r>
            <a:r>
              <a:rPr lang="en-US" sz="3000" b="1" dirty="0">
                <a:latin typeface="Open Sans"/>
                <a:ea typeface="Open Sans"/>
                <a:cs typeface="Open Sans"/>
                <a:sym typeface="Open Sans"/>
              </a:rPr>
              <a:t> studio Code </a:t>
            </a:r>
            <a:r>
              <a:rPr lang="en-US" sz="3000" b="1" dirty="0" err="1">
                <a:latin typeface="Open Sans"/>
                <a:ea typeface="Open Sans"/>
                <a:cs typeface="Open Sans"/>
                <a:sym typeface="Open Sans"/>
              </a:rPr>
              <a:t>Eledeim</a:t>
            </a:r>
            <a:r>
              <a:rPr lang="en-US" sz="300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3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gc871dbcadf_0_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29326" y="-1"/>
            <a:ext cx="5554575" cy="55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c871dbcadf_0_354"/>
          <p:cNvSpPr txBox="1"/>
          <p:nvPr/>
        </p:nvSpPr>
        <p:spPr>
          <a:xfrm>
            <a:off x="1025263" y="575265"/>
            <a:ext cx="16233901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 dirty="0" err="1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Hansı</a:t>
            </a:r>
            <a:r>
              <a:rPr lang="en-US" sz="7200" b="1" i="0" u="none" strike="noStrike" cap="none" dirty="0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200" b="1" i="0" u="none" strike="noStrike" cap="none" dirty="0" err="1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proqramları</a:t>
            </a:r>
            <a:r>
              <a:rPr lang="en-US" sz="7200" b="1" i="0" u="none" strike="noStrike" cap="none" dirty="0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200" b="1" i="0" u="none" strike="noStrike" cap="none" dirty="0" err="1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etdim</a:t>
            </a:r>
            <a:r>
              <a:rPr lang="en-US" sz="7200" b="1" i="0" u="none" strike="noStrike" cap="none" dirty="0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c871dbcadf_0_354"/>
          <p:cNvSpPr txBox="1"/>
          <p:nvPr/>
        </p:nvSpPr>
        <p:spPr>
          <a:xfrm>
            <a:off x="1235353" y="2387075"/>
            <a:ext cx="12775801" cy="19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8"/>
              <a:buFont typeface="Arial"/>
              <a:buNone/>
            </a:pP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Tidal, html ,  bootstrap ,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visul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studio code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elde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ca653e9777_0_1"/>
          <p:cNvSpPr txBox="1"/>
          <p:nvPr/>
        </p:nvSpPr>
        <p:spPr>
          <a:xfrm>
            <a:off x="1025263" y="575265"/>
            <a:ext cx="16233901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Hansı proqramları etdim: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ca653e9777_0_1"/>
          <p:cNvSpPr txBox="1"/>
          <p:nvPr/>
        </p:nvSpPr>
        <p:spPr>
          <a:xfrm>
            <a:off x="1025277" y="2544300"/>
            <a:ext cx="14504775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Arial"/>
              <a:buNone/>
            </a:pPr>
            <a:r>
              <a:rPr lang="en-US" sz="5400" dirty="0"/>
              <a:t>Hava Praoqnozu Haqinda Dizyini </a:t>
            </a:r>
            <a:r>
              <a:rPr lang="en-US" sz="5400" dirty="0" err="1"/>
              <a:t>eledim</a:t>
            </a:r>
            <a:r>
              <a:rPr lang="en-US" sz="5400" dirty="0"/>
              <a:t> </a:t>
            </a:r>
            <a:endParaRPr sz="5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A15D69-A641-FB58-4A74-733401A98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956" y="4127083"/>
            <a:ext cx="12038934" cy="5584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a653e9777_0_6"/>
          <p:cNvSpPr txBox="1"/>
          <p:nvPr/>
        </p:nvSpPr>
        <p:spPr>
          <a:xfrm>
            <a:off x="1594700" y="2342150"/>
            <a:ext cx="14352300" cy="19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98"/>
              <a:buFont typeface="Arial"/>
              <a:buNone/>
            </a:pP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Mene gore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maraqli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oldu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ki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ozum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tek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site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dizayini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eldem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ca653e9777_0_6"/>
          <p:cNvSpPr txBox="1"/>
          <p:nvPr/>
        </p:nvSpPr>
        <p:spPr>
          <a:xfrm>
            <a:off x="1025263" y="575265"/>
            <a:ext cx="16233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Ən maraqlı nə oldu?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ca653e9777_0_11"/>
          <p:cNvSpPr txBox="1"/>
          <p:nvPr/>
        </p:nvSpPr>
        <p:spPr>
          <a:xfrm>
            <a:off x="1025263" y="575265"/>
            <a:ext cx="16233901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Mənim layihəm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ca653e9777_0_11"/>
          <p:cNvSpPr txBox="1"/>
          <p:nvPr/>
        </p:nvSpPr>
        <p:spPr>
          <a:xfrm>
            <a:off x="1594703" y="2342150"/>
            <a:ext cx="13314900" cy="193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8"/>
              <a:buFont typeface="Arial"/>
              <a:buNone/>
            </a:pP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Mene Hava durum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Sitesin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dizyini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Eve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Verdiler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ca653e9777_0_16"/>
          <p:cNvSpPr txBox="1"/>
          <p:nvPr/>
        </p:nvSpPr>
        <p:spPr>
          <a:xfrm>
            <a:off x="1025263" y="575265"/>
            <a:ext cx="16233901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Mənim layihəm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ca653e9777_0_16"/>
          <p:cNvSpPr txBox="1"/>
          <p:nvPr/>
        </p:nvSpPr>
        <p:spPr>
          <a:xfrm>
            <a:off x="1594703" y="2342150"/>
            <a:ext cx="13314900" cy="16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8"/>
              <a:buFont typeface="Arial"/>
              <a:buNone/>
            </a:pPr>
            <a:r>
              <a:rPr lang="en-US" sz="4498" b="1" i="0" u="none" strike="noStrike" cap="none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Layihənizin şəkillərini (screenshotlarını) əlavə et)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ca653e9777_0_21"/>
          <p:cNvSpPr txBox="1"/>
          <p:nvPr/>
        </p:nvSpPr>
        <p:spPr>
          <a:xfrm>
            <a:off x="1025263" y="575265"/>
            <a:ext cx="16233901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EE2A7B"/>
                </a:solidFill>
                <a:latin typeface="Open Sans"/>
                <a:ea typeface="Open Sans"/>
                <a:cs typeface="Open Sans"/>
                <a:sym typeface="Open Sans"/>
              </a:rPr>
              <a:t>Kim mənə kömək etdi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ca653e9777_0_21"/>
          <p:cNvSpPr txBox="1"/>
          <p:nvPr/>
        </p:nvSpPr>
        <p:spPr>
          <a:xfrm>
            <a:off x="1594703" y="2342150"/>
            <a:ext cx="13314900" cy="96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8"/>
              <a:buFont typeface="Arial"/>
              <a:buNone/>
            </a:pP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Men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komek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Etdi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Mulim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ve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ChatGpt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4498" b="1" dirty="0" err="1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Eledi</a:t>
            </a:r>
            <a:r>
              <a:rPr lang="en-US" sz="4498" b="1" dirty="0">
                <a:solidFill>
                  <a:srgbClr val="1E365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c871dbcadf_0_7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2792" y="812001"/>
            <a:ext cx="10215506" cy="926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c871dbcadf_0_7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9450" y="216550"/>
            <a:ext cx="15002206" cy="1001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c871dbcadf_0_7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3106" y="8351296"/>
            <a:ext cx="10587218" cy="125058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c871dbcadf_0_744"/>
          <p:cNvSpPr txBox="1">
            <a:spLocks noGrp="1"/>
          </p:cNvSpPr>
          <p:nvPr>
            <p:ph type="title"/>
          </p:nvPr>
        </p:nvSpPr>
        <p:spPr>
          <a:xfrm>
            <a:off x="7440639" y="8351300"/>
            <a:ext cx="7095000" cy="12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</a:pPr>
            <a:r>
              <a:rPr lang="en-US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&lt;Təşəkkür edirəm!/&gt;</a:t>
            </a:r>
            <a:endParaRPr b="1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Произвольный</PresentationFormat>
  <Paragraphs>17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Source Code Pro</vt:lpstr>
      <vt:lpstr>Calibri</vt:lpstr>
      <vt:lpstr>Open Sans</vt:lpstr>
      <vt:lpstr>Arial</vt:lpstr>
      <vt:lpstr>Office Theme</vt:lpstr>
      <vt:lpstr>Тема Office</vt:lpstr>
      <vt:lpstr>Modulun mövzusu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&lt;Təşəkkür edirəm!/&gt;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Impact</cp:lastModifiedBy>
  <cp:revision>1</cp:revision>
  <dcterms:created xsi:type="dcterms:W3CDTF">2006-08-16T00:00:00Z</dcterms:created>
  <dcterms:modified xsi:type="dcterms:W3CDTF">2026-04-26T12:04:39Z</dcterms:modified>
</cp:coreProperties>
</file>